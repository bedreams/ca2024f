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f0a15cf10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f0a15cf10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ff0a15cf10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ff0a15cf10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小林是一位精通技術且對遊戲開發充滿熱情的年輕人，他現在要製作一款解謎遊戲，所以正在設計遊戲的關卡。幫我根據這個段落生成可以代表內容的圖片(日本動漫風格)，讓我可以以看圖說故事的方式呈現這個故事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其中小林頭髮是黑色的，略顯淩亂，給人一種悠閒的氛圍。一縷縷頭髮自然地垂在他的額頭和耳朵周圍。他的臉很年輕，有著尖銳的下巴和富有表現力的眼睛，瞳孔是傳達智慧和好奇心的淡藍色調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ff0a15cf10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ff0a15cf10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小林是一位精通技術且對遊戲開發充滿熱情的年輕人，他現要製作一款解謎遊戲，但卻不知道怎麼去營造遊戲中的氛圍。幫我根據這個段落生成可以代表內容的圖片(日本動漫風格)，讓我可以以看圖說故事的方式呈現這個故事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其中小林頭髮是黑色的，略顯淩亂，給人一種悠閒的氛圍。一縷縷頭髮自然地垂在他的額頭和耳朵周圍。他的臉很年輕，有著尖銳的下巴和富有表現力的眼睛，瞳孔是傳達智慧和好奇心的淡藍色調，圖片呈現內容的部分可以展示出他很困擾，他周圍可以放置幾個散落的謎題和暗示物品，例如密碼本、地圖或神秘符號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f0a15cf10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f0a15cf10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最後小林決定親自去體驗，所以他決定去玩看看密室逃脫。幫我根據這個段落生成可以代表內容的圖片(日本動漫風格)，讓我可以以看圖說故事的方式呈現這個故事。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其中小林頭髮是黑色的，略顯淩亂，給人一種悠閒的氛圍。一縷縷頭髮自然地垂在他的額頭和耳朵周圍。他的臉很年輕，有著尖銳的下巴和富有表現力的眼睛，瞳孔是傳達智慧和好奇心的淡藍色調，畫面不一定要呈現小林的正臉，主要以呈現小林去體驗一款謎題很多的密室逃脫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將圖片更改成小林穿著探險裝，站在一個古老的門前，準備進行探險的模樣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ff0a15cf10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ff0a15cf10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結果在小林體驗遊戲到一半時，有設備故障了，所以只能被迫結束。幫我根據這個段落生成可以代表內容的圖片(日本動漫風格)，讓我可以以看圖說故事的方式呈現這個故事，畫面可以呈現小林在一間房間中，且他身後牆上的投影只有顯示一半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其中小林頭髮是黑色的，略顯淩亂，給人一種悠閒的氛圍。一縷縷頭髮自然地垂在他的額頭和耳朵周圍。他的臉很年輕，有著尖銳的下巴和富有表現力的眼睛，瞳孔是傳達智慧和好奇心的淡藍色調。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ff0a15cf10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ff0a15cf10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小林只能依照工作人員的指引，跟著其他人依序離開房間。幫我根據這個段落生成可以代表內容的圖片(日本動漫風格)，讓我可以以看圖說故事的方式呈現這個故事。圖片中請加入工作人員指引一些人離開房間的元素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其中小林頭髮是黑色的，略顯淩亂，給人一種悠閒的氛圍。一縷縷頭髮自然地垂在他的額頭和耳朵周圍。他的臉很年輕，有著尖銳的下巴和富有表現力的眼睛，瞳孔是傳達智慧和好奇心的淡藍色調。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ff0a15cf10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ff0a15cf10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但小林抵達大廳時發現，遊戲設計者也在大廳，所以就前去跟他交流。幫我根據這個段落生成可以代表內容的圖片(日本動漫風格)，讓我可以以看圖說故事的方式呈現這個故事。圖片中請加入小林跟一位大概40歲左右的男性在一個大廳交談的元素、小林的表情為驚訝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其中小林頭髮是黑色的，略顯淩亂，給人一種悠閒的氛圍。一縷縷頭髮自然地垂在他的額頭和耳朵周圍。他的臉很年輕，有著尖銳的下巴和富有表現力的眼睛，瞳孔是傳達智慧和好奇心的淡藍色調。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ff0a15cf10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ff0a15cf10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最後，小林在跟遊戲創作者的交談之後，找到了他在設計解謎遊戲時缺少的東西，所以在修正後繼續投入遊戲創作中。幫我根據這個段落生成可以代表內容的圖片(日本動漫風格)，讓我可以以看圖說故事的方式呈現這個故事。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其中小林頭髮是黑色的，略顯淩亂，給人一種悠閒的氛圍。一縷縷頭髮自然地垂在他的額頭和耳朵周圍。他的臉很年輕，有著尖銳的下巴和富有表現力的眼睛，瞳孔是傳達智慧和好奇心的淡藍色調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5448292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說故事時間~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4627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                      </a:t>
            </a:r>
            <a:r>
              <a:rPr lang="en" dirty="0">
                <a:solidFill>
                  <a:srgbClr val="CCCCCC"/>
                </a:solidFill>
              </a:rPr>
              <a:t>—冒險故事</a:t>
            </a:r>
            <a:endParaRPr dirty="0"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目標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4874" y="1057200"/>
            <a:ext cx="3987125" cy="360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阻礙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3">
            <a:alphaModFix/>
          </a:blip>
          <a:srcRect t="2435" b="2426"/>
          <a:stretch/>
        </p:blipFill>
        <p:spPr>
          <a:xfrm>
            <a:off x="583175" y="1058625"/>
            <a:ext cx="3988825" cy="360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努力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3175" y="1058625"/>
            <a:ext cx="3988825" cy="360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結果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3175" y="1058625"/>
            <a:ext cx="3988825" cy="360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000">
        <p15:prstTrans prst="curtains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意外</a:t>
            </a:r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3175" y="1058625"/>
            <a:ext cx="3988825" cy="360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轉彎</a:t>
            </a:r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3175" y="1058625"/>
            <a:ext cx="3988825" cy="360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結局</a:t>
            </a:r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3175" y="1058625"/>
            <a:ext cx="3988825" cy="360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392355-8F27-4143-8409-2418C0CBA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300" y="1733825"/>
            <a:ext cx="5045100" cy="572700"/>
          </a:xfrm>
        </p:spPr>
        <p:txBody>
          <a:bodyPr>
            <a:noAutofit/>
          </a:bodyPr>
          <a:lstStyle/>
          <a:p>
            <a:pPr algn="ctr"/>
            <a:r>
              <a:rPr lang="en-US" altLang="zh-TW" sz="5400" dirty="0">
                <a:latin typeface="Bradley Hand ITC" panose="03070402050302030203" pitchFamily="66" charset="0"/>
              </a:rPr>
              <a:t>Thank you for Listening</a:t>
            </a:r>
            <a:endParaRPr lang="zh-TW" altLang="en-US" sz="5400" dirty="0">
              <a:latin typeface="Bradley Hand ITC" panose="0307040205030203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23448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220</Words>
  <Application>Microsoft Office PowerPoint</Application>
  <PresentationFormat>如螢幕大小 (16:9)</PresentationFormat>
  <Paragraphs>26</Paragraphs>
  <Slides>9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2" baseType="lpstr">
      <vt:lpstr>Arial</vt:lpstr>
      <vt:lpstr>Bradley Hand ITC</vt:lpstr>
      <vt:lpstr>Simple Dark</vt:lpstr>
      <vt:lpstr>說故事時間~</vt:lpstr>
      <vt:lpstr>目標</vt:lpstr>
      <vt:lpstr>阻礙</vt:lpstr>
      <vt:lpstr>努力</vt:lpstr>
      <vt:lpstr>結果</vt:lpstr>
      <vt:lpstr>意外</vt:lpstr>
      <vt:lpstr>轉彎</vt:lpstr>
      <vt:lpstr>結局</vt:lpstr>
      <vt:lpstr>Thank you for Listening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說故事時間~</dc:title>
  <cp:lastModifiedBy>張景翔</cp:lastModifiedBy>
  <cp:revision>4</cp:revision>
  <dcterms:modified xsi:type="dcterms:W3CDTF">2024-10-31T10:20:30Z</dcterms:modified>
</cp:coreProperties>
</file>