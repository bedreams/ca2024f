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f0b6e14c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f0b6e14c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小林是一位精通技術且對遊戲開發充滿熱情的年輕人，目標是做出一款全球發行且大家都喜歡的遊戲。幫我根據這個段落生成可以代表內容的圖片(日本動漫風格)，讓我可以以看圖說故事的方式呈現這個故事。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其中小林頭髮是黑色的，略顯淩亂，給人一種悠閒的氛圍。一縷縷頭髮自然地垂在他的額頭和耳朵周圍，增強了整體輕鬆隨和的外觀。他的臉很年輕，有著尖銳的下巴和富有表現力的眼睛，可能是傳達智慧和好奇心的淡藍色調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f0b6e14c9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f0b6e14c9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小林是一位精通技術且對遊戲開發充滿熱情的年輕人，目標是做出一款全球發行且大家都喜歡的遊戲，但遊戲種類、風格實在太多種了，好像找不到可以下手的方向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f0b6e14c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f0b6e14c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小林是一位精通技術且對遊戲開發充滿熱情的年輕人，目標是做出一款全球發行且大家都喜歡的遊戲，但他在開發上遇到了一些困難，所以他開始分析現下市面上很受歡迎的遊戲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其中小林頭髮是黑色的，略顯淩亂，給人一種悠閒的氛圍。一縷縷頭髮自然地垂在他的額頭和耳朵周圍。他的臉很年輕，有著尖銳的下巴和富有表現力的眼睛，瞳孔是傳達智慧和好奇心的淡藍色調，但是因為一陣子的熬夜，導致他有黑眼圈，人也是很累的感覺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f0b6e14c9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f0b6e14c9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小林在遇到困難一陣子後，終於找到了一個解決方案。幫我根據這個段落生成可以代表內容的圖片(日本動漫風格)，讓我可以以看圖說故事的方式呈現這個故事。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f0b6e14c9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f0b6e14c9_0_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小林終於找到解決方案，但這個方案在詳細的討論後規模太過於龐大，所以沒辦法實行，所以小林感到很挫折。幫我根據這個段落生成可以代表內容的圖片(日本動漫風格)，讓我可以以看圖說故事的方式呈現這個故事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f0b6e14c9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f0b6e14c9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後來，有前輩很欣賞小林那多元且豐富的點子，所以來開導小林，教導小林怎麼去創作好的遊戲。幫我根據這個段落生成可以代表內容的圖片(日本動漫風格)，讓我可以以看圖說故事的方式呈現這個故事。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f0b6e14c9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f0b6e14c9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最後，小林創作了不少很棒的作品，也從挫折中走出，繼續朝著他理想中的遊戲持續創作。幫我根據這個段落生成可以代表內容的圖片(日本動漫風格)，讓我可以以看圖說故事的方式呈現這個故事。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5376292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自我介紹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目標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874" y="1057200"/>
            <a:ext cx="3987126" cy="36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阻礙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努力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結果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意外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轉彎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結局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92355-8F27-4143-8409-2418C0CB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00" y="1733825"/>
            <a:ext cx="5045100" cy="572700"/>
          </a:xfrm>
        </p:spPr>
        <p:txBody>
          <a:bodyPr>
            <a:noAutofit/>
          </a:bodyPr>
          <a:lstStyle/>
          <a:p>
            <a:pPr algn="ctr"/>
            <a:r>
              <a:rPr lang="en-US" altLang="zh-TW" sz="5400" dirty="0">
                <a:latin typeface="Bradley Hand ITC" panose="03070402050302030203" pitchFamily="66" charset="0"/>
              </a:rPr>
              <a:t>Thank you for Listening</a:t>
            </a:r>
            <a:endParaRPr lang="zh-TW" altLang="en-US" sz="54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3448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203</Words>
  <Application>Microsoft Office PowerPoint</Application>
  <PresentationFormat>如螢幕大小 (16:9)</PresentationFormat>
  <Paragraphs>23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Bradley Hand ITC</vt:lpstr>
      <vt:lpstr>Simple Dark</vt:lpstr>
      <vt:lpstr>自我介紹</vt:lpstr>
      <vt:lpstr>目標</vt:lpstr>
      <vt:lpstr>阻礙</vt:lpstr>
      <vt:lpstr>努力</vt:lpstr>
      <vt:lpstr>結果</vt:lpstr>
      <vt:lpstr>意外</vt:lpstr>
      <vt:lpstr>轉彎</vt:lpstr>
      <vt:lpstr>結局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自我介紹</dc:title>
  <cp:lastModifiedBy>張景翔</cp:lastModifiedBy>
  <cp:revision>2</cp:revision>
  <dcterms:modified xsi:type="dcterms:W3CDTF">2024-10-30T11:23:55Z</dcterms:modified>
</cp:coreProperties>
</file>